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L_EDGEAGENT</a:t>
            </a:r>
          </a:p>
          <a:p>
            <a:r>
              <a:t>Tier: TIER_5_WORLD_NEURO_EMBODIED</a:t>
            </a:r>
          </a:p>
          <a:p>
            <a:r>
              <a:t>Identity: Upstream huggingface/smolagents @ c30b115286e0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huggingface/smolagents |</a:t>
            </a:r>
          </a:p>
          <a:p>
            <a:r>
              <a:t>| Commit | c30b115286e000e98711fae5e85993547b73d826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2.62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L_EDGEAGENT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