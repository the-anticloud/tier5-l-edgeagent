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Edgeagent* is the autonomous agent orchestration layer enabling multi-step PAX-powered workflows with full AIOSS audit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